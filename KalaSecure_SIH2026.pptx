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89632"/>
                </a:solidFill>
              </a:defRPr>
            </a:pPr>
            <a:r>
              <a:t>KalaSecure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F8F5"/>
                </a:solidFill>
              </a:defRPr>
            </a:pPr>
            <a:r>
              <a:t>Digital Art Copyright &amp; Provenance Platform Using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5F58"/>
                </a:solidFill>
              </a:defRPr>
            </a:pPr>
            <a:r>
              <a:t>SIH 2026 • Blockchain for Fine Arts • Demonstration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32"/>
                </a:solidFill>
              </a:defRPr>
            </a:pPr>
            <a: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5F58"/>
                </a:solidFill>
              </a:defRPr>
            </a:pPr>
            <a:r>
              <a:t>Artist registers a painting → fingerprint stored on-chain → buyer verifies with QR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C8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On-chain provenance for every artwork (ERC-721)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Server-side wallet: artists never need MetaMask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QR code on each print: scans to public /verify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Perceptual copy detection at registration (15+ bit match = refusal)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Same contract, two environments: local Hardhat demo, Polygon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5F58"/>
                </a:solidFill>
              </a:defRPr>
            </a:pPr>
            <a:r>
              <a:t>• Full code at github.com/Abhi16102006/sih-project- • 13 contract tests passing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32"/>
                </a:solidFill>
              </a:defRPr>
            </a:pPr>
            <a:r>
              <a:t>3.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5F58"/>
                </a:solidFill>
              </a:defRPr>
            </a:pPr>
            <a:r>
              <a:t>What we built and how it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C8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32"/>
                </a:solidFill>
              </a:defRPr>
            </a:pPr>
            <a:r>
              <a:t>Frontend /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Next.js 16, React 19, Tailwind CSS 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Hand-drawn rough.js marks on light paper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Server components for geometry, zero client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32"/>
                </a:solidFill>
              </a:defRPr>
            </a:pPr>
            <a:r>
              <a:t>Blockchain / Smart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Solidity (ERC-721) on Hardhat local for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377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Polygon mainnet ready: two-line config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registerArtwork, transferArtwork, findByContentHash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32"/>
                </a:solidFill>
              </a:defRPr>
            </a:pPr>
            <a: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IPFS-style, content-addressed blocks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File hash + CID stored on-chain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632"/>
                </a:solidFill>
              </a:defRPr>
            </a:pPr>
            <a:r>
              <a:t>Copy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256-bit dHash + 4×4 average-RGB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Hamming distance vs full catalogue, threshold 93 duplicate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32"/>
                </a:solidFill>
              </a:defRPr>
            </a:pPr>
            <a:r>
              <a:t>4.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5F58"/>
                </a:solidFill>
              </a:defRPr>
            </a:pPr>
            <a:r>
              <a:t>The registration pipeline in five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C8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32"/>
                </a:solidFill>
              </a:defRPr>
            </a:pPr>
            <a:r>
              <a:t>1.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45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Artist uploads a photograph of their painting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32"/>
                </a:solidFill>
              </a:defRPr>
            </a:pPr>
            <a:r>
              <a:t>2. Fingerprint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286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App computes a SHA-256 hash + 256-bit dHash from the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32"/>
                </a:solidFill>
              </a:defRPr>
            </a:pPr>
            <a:r>
              <a:t>3.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926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Image bytes go to IPFS-style content-addressed storage, CID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32"/>
                </a:solidFill>
              </a:defRPr>
            </a:pPr>
            <a:r>
              <a:t>4. Check &amp; Mint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If perceptual similarity to any existing work &lt;93%, mint ERC-721 token on-chain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32"/>
                </a:solidFill>
              </a:defRPr>
            </a:pPr>
            <a:r>
              <a:t>5.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06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8F5"/>
                </a:solidFill>
              </a:defRPr>
            </a:pPr>
            <a:r>
              <a:t>Buyer scans QR → app re-computes hash from stored image → checks on-chain record → displays verdict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32"/>
                </a:solidFill>
              </a:defRPr>
            </a:pPr>
            <a:r>
              <a:t>5. 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5F58"/>
                </a:solidFill>
              </a:defRPr>
            </a:pPr>
            <a:r>
              <a:t>What KalaSecure provides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C8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Ownership proof that survives copying, resale, and storage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A sale of a painting transfers the token: provenance history is permanent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Copy detection blocks accidental duplicate uploads and forgeries at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No MetaMask or crypto wallet needed for artists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• Public verification: any buyer can scan the QR and see the full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5F58"/>
                </a:solidFill>
              </a:defRPr>
            </a:pPr>
            <a:r>
              <a:t>• Stack is demo-ready today and production-deployable on Polygon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9632"/>
                </a:solidFill>
              </a:defRPr>
            </a:pPr>
            <a:r>
              <a:t>6. Feasibility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5F58"/>
                </a:solidFill>
              </a:defRPr>
            </a:pPr>
            <a:r>
              <a:t>What works today,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C8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✓ 13/13 contract tests, all routes responding, ETL of 7 artworks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✓ Copy detection measured: resized copy = 97% match, unrelated = 83% worst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✓ Perceptual hash survives resize, recompress, and mild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✓ Not a trained forgery model — this is a structural similarity gate, not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F8F5"/>
                </a:solidFill>
              </a:defRPr>
            </a:pPr>
            <a:r>
              <a:t>✓ Contract is chain-agnostic: only two config values change to deploy to Polygon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C89632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AF8F5"/>
                </a:solidFill>
              </a:defRPr>
            </a:pPr>
            <a:r>
              <a:t>KalaSecure — Digital Art Copyright &amp; Provenance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5F58"/>
                </a:solidFill>
              </a:defRPr>
            </a:pPr>
            <a:r>
              <a:t>Questions? We're happy to demo the upload, verify, and copy-detection flow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